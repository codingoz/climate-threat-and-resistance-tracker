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0A1F14"/>
          </a:solidFill>
          <a:ln w="12700">
            <a:solidFill>
              <a:srgbClr val="0A1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CLIMATE THREAT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&amp; RESISTANCE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4C69D"/>
                </a:solidFill>
              </a:rPr>
              <a:t>API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4C69D"/>
                </a:solidFill>
              </a:rPr>
              <a:t>v1.0.0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005072"/>
            <a:ext cx="3291840" cy="0"/>
          </a:xfrm>
          <a:prstGeom prst="line">
            <a:avLst/>
          </a:prstGeom>
          <a:noFill/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C69D"/>
                </a:solidFill>
              </a:rPr>
              <a:t>COMP3011 · Web Services and Web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60520" y="1280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DD0"/>
                </a:solidFill>
              </a:rPr>
              <a:t>A fully deployed RESTful API mapping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8DDD0"/>
                </a:solidFill>
              </a:rPr>
              <a:t>environmental threats and the civil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8DDD0"/>
                </a:solidFill>
              </a:rPr>
              <a:t>society organisations opposing them.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4C69D"/>
                </a:solidFill>
              </a:rPr>
              <a:t>40+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6052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AA"/>
                </a:solidFill>
              </a:rPr>
              <a:t>Endpoints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4C69D"/>
                </a:solidFill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6072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AA"/>
                </a:solidFill>
              </a:rPr>
              <a:t>Data Models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6092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4C69D"/>
                </a:solidFill>
              </a:rPr>
              <a:t>44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6092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AA"/>
                </a:solidFill>
              </a:rPr>
              <a:t>Tests Passing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4480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916C"/>
                </a:solidFill>
              </a:rPr>
              <a:t>web-production-20ec6.up.railway.app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What &amp; Why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11704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A3A"/>
                </a:solidFill>
              </a:rPr>
              <a:t>The Climate Threat &amp; Resistance Tracker maps large-scale environmental threats — oil pipelines, deforestation actors, polluters — against the civil society organisations opposing them. The domain was chosen because it is analytically rich, socially relevant, and genuinely underserved by existing public tooling.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272491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93392"/>
            <a:ext cx="2724912" cy="2011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Real-world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670048"/>
            <a:ext cx="2395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Seeded with live cases: Rosebank Oilfield, EACOP, Willow Project, JBS Amazon deforestation — every endpoint returns substantive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993392"/>
            <a:ext cx="272491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993392"/>
            <a:ext cx="2724912" cy="2011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Beyond basic CRUD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70048"/>
            <a:ext cx="2395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11 analytics endpoints including a composite Risk Score synthesising CO₂ impact, corporate exposure, resistance coverage, and regulatory geography.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993392"/>
            <a:ext cx="272491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993392"/>
            <a:ext cx="2724912" cy="20116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Production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670048"/>
            <a:ext cx="2395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Live Railway deployment, async FastAPI + PostgreSQL, JWT RBAC, 44 automated tests, Alembic migrations — not a prototype.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TECHNOLOGY STACK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Why these choices?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5394960" cy="5303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FastAPI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6352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Async-native, Pydantic v2, auto OpenAPI — no separate docs layer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1965960"/>
            <a:ext cx="5394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PostgreSQL 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16352" y="2039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Enforced referential integrity for complex many-to-many relationships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2542032"/>
            <a:ext cx="5394960" cy="5303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633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SQLAlchemy 2.0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6352" y="2615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Async sessions with asyncpg — non-blocking analytical queries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3118104"/>
            <a:ext cx="5394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095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Migrations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2095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Alembic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6352" y="3191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Versioned schema history, auto-applied on Railway pre-deploy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3694176"/>
            <a:ext cx="5394960" cy="5303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856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Auth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785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JWT + bcrypt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16352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Stateless tokens, role-based access: ADMIN · CONTRIBUTOR · READER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4270248"/>
            <a:ext cx="5394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61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361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Railway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6352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B"/>
                </a:solidFill>
              </a:rPr>
              <a:t>Managed PostgreSQL, GitHub auto-deploy, env variable injection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6B"/>
                </a:solidFill>
              </a:rPr>
              <a:t>Request 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1664208"/>
            <a:ext cx="2834640" cy="548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53328" y="171907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Routers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53328" y="195681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</a:rPr>
              <a:t>app/routers/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2311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</a:rPr>
              <a:t>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89320" y="2414016"/>
            <a:ext cx="2834640" cy="548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53328" y="246888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Services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53328" y="2706624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</a:rPr>
              <a:t>app/services/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2980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</a:rPr>
              <a:t>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89320" y="3163824"/>
            <a:ext cx="283464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53328" y="321868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ORM Models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53328" y="345643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</a:rPr>
              <a:t>app/models/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730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</a:rPr>
              <a:t>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89320" y="3913632"/>
            <a:ext cx="2834640" cy="548640"/>
          </a:xfrm>
          <a:prstGeom prst="rect">
            <a:avLst/>
          </a:prstGeom>
          <a:solidFill>
            <a:srgbClr val="0A1F14"/>
          </a:solidFill>
          <a:ln w="12700">
            <a:solidFill>
              <a:srgbClr val="0A1F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53328" y="396849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53328" y="420624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</a:rPr>
              <a:t>Railway-managed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6 Relational Entities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2788920" cy="27432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007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Threat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202082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id, name, type, status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225856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latitude, longitude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49631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co2_impact_mt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73405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land_area_affected_km²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6976" y="1389888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389888"/>
            <a:ext cx="2788920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7007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Company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02082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id, name, sector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225856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country, esg_score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49631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annual_emissions_mt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1344" y="1389888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389888"/>
            <a:ext cx="2788920" cy="274320"/>
          </a:xfrm>
          <a:prstGeom prst="rect">
            <a:avLst/>
          </a:prstGeom>
          <a:solidFill>
            <a:srgbClr val="6B7B6B"/>
          </a:solidFill>
          <a:ln w="12700">
            <a:solidFill>
              <a:srgbClr val="6B7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7007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ThreatCompany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02082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threat_id → Threat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25856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company_id → Company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249631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role (DEVELOPER etc.)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310896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108960"/>
            <a:ext cx="278892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4198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Organisation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" y="373989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id, name, org_type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" y="39776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country, founded_year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421538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member_count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36976" y="310896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36976" y="3108960"/>
            <a:ext cx="2788920" cy="274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4198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Campaign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73989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id, name, type, status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39776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org_id → Organisation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64992" y="421538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threat_id → Threat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81344" y="310896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3108960"/>
            <a:ext cx="278892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4198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User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9360" y="373989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id, email, username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39776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hashed_password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4215384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role: ADMIN/CONTRIB/READER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40+ endpoints across 6 resource groups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7160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71600"/>
            <a:ext cx="164592" cy="15727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813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Authentication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" y="18288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POST /auth/register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POST /auth/token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GET /auth/me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36976" y="137160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371600"/>
            <a:ext cx="164592" cy="157276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4813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Threats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9584" y="18288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GET/POST /threats/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GET/PUT/DELETE /threats/{id}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Filtering + pagination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37160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371600"/>
            <a:ext cx="164592" cy="157276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4813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Companies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73952" y="18288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Full CRUD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GET /companies/{id}/threats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ESG &amp; emissions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090672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090672"/>
            <a:ext cx="164592" cy="15727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2004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Organisations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5216" y="354787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Full CRUD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GET /organisations/{id}/campaigns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Member &amp; type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6976" y="3090672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6976" y="3090672"/>
            <a:ext cx="164592" cy="15727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32004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Campaigns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29584" y="354787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Full CRUD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Status + type filtering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Org ↔ Threat links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3090672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3090672"/>
            <a:ext cx="164592" cy="1572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2004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Analytics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73952" y="354787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11 analytical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Composite Risk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Summary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4C69D"/>
                </a:solidFill>
              </a:rPr>
              <a:t>ANALYTICS &amp; COMPOSITE RISK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375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creative differentiator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1430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/analytics/threats/by-type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4767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/analytics/threats/by-status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8105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/analytics/threats/hotspots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1442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/analytics/threats/co2-at-risk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/analytics/companies/worst-offenders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8117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/analytics/campaigns/success-rate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145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/analytics/resistance/coverage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4792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/analytics/resistance/most-active-organisations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8130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/analytics/resistance/wins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41468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C69D"/>
                </a:solidFill>
              </a:rPr>
              <a:t>/analytics/threats/{id}/risk-score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/analytics/summary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78992"/>
            <a:ext cx="4005072" cy="356616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118872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C69D"/>
                </a:solidFill>
              </a:rPr>
              <a:t>GET /analytics/threats/{id}/risk-score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10912" y="148132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Composite 0–100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10912" y="1847088"/>
            <a:ext cx="3675888" cy="566928"/>
          </a:xfrm>
          <a:prstGeom prst="rect">
            <a:avLst/>
          </a:prstGeom>
          <a:solidFill>
            <a:srgbClr val="163D28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CO₂ Impact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190195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4C69D"/>
                </a:solidFill>
              </a:rPr>
              <a:t>40 pts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38928" y="213969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FAA"/>
                </a:solidFill>
              </a:rPr>
              <a:t>Normalised against 500Mt upper bound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10912" y="2468880"/>
            <a:ext cx="3675888" cy="566928"/>
          </a:xfrm>
          <a:prstGeom prst="rect">
            <a:avLst/>
          </a:prstGeom>
          <a:solidFill>
            <a:srgbClr val="163D28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Corporate Exposure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89520" y="25237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4C69D"/>
                </a:solidFill>
              </a:rPr>
              <a:t>25 pts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38928" y="27614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FAA"/>
                </a:solidFill>
              </a:rPr>
              <a:t>No. of linked companies (capped at 5)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10912" y="3090672"/>
            <a:ext cx="3675888" cy="566928"/>
          </a:xfrm>
          <a:prstGeom prst="rect">
            <a:avLst/>
          </a:prstGeom>
          <a:solidFill>
            <a:srgbClr val="163D28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145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Resistance Gap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14553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4C69D"/>
                </a:solidFill>
              </a:rPr>
              <a:t>25 pts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38928" y="338328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FAA"/>
                </a:solidFill>
              </a:rPr>
              <a:t>Reduced by active opposition campaigns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10912" y="3712464"/>
            <a:ext cx="3675888" cy="566928"/>
          </a:xfrm>
          <a:prstGeom prst="rect">
            <a:avLst/>
          </a:prstGeom>
          <a:solidFill>
            <a:srgbClr val="163D28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Geographic Risk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89520" y="376732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4C69D"/>
                </a:solidFill>
              </a:rPr>
              <a:t>10 pts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38928" y="400507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FAA"/>
                </a:solidFill>
              </a:rPr>
              <a:t>Country-level regulatory multiplier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10912" y="4206240"/>
            <a:ext cx="877824" cy="329184"/>
          </a:xfrm>
          <a:prstGeom prst="rect">
            <a:avLst/>
          </a:prstGeom>
          <a:solidFill>
            <a:srgbClr val="48B87E"/>
          </a:solidFill>
          <a:ln w="12700">
            <a:solidFill>
              <a:srgbClr val="48B8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20624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0–24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34456" y="4206240"/>
            <a:ext cx="877824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4456" y="420624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25–49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4206240"/>
            <a:ext cx="877824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20624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50–74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81544" y="4206240"/>
            <a:ext cx="877824" cy="32918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81544" y="420624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75–100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SECURITY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Threat-modelled security layers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2788920" cy="1828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276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JWT Authentication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9751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30-minute token expiry · bcrypt password hashing · python-jose signing · role encoded in token payload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1389888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389888"/>
            <a:ext cx="2788920" cy="182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276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Role-Based Access Control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9751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ADMIN: full write access · CONTRIBUTOR: create &amp; update · READER: GET only · Enforced at every write endpoint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1344" y="1389888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389888"/>
            <a:ext cx="2788920" cy="182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276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Rate Limiting (slowapi)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19751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Read endpoints: 100 req/min · Write endpoints: 20 req/min · Analytics: 60 req/min · Returns 429 on breach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3017520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017520"/>
            <a:ext cx="278892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552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Input Validation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" y="3602736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Pydantic Field constraints: lat/lon bounds, co2_impact ≥ 0, max_length on strings · 422 on any violation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36976" y="3017520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6976" y="3017520"/>
            <a:ext cx="2788920" cy="182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552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Infrastructure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3602736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Secrets via Railway env vars — never in repo · git history audited for accidental leaks · DEBUG=False in production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017520"/>
            <a:ext cx="27889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3017520"/>
            <a:ext cx="2788920" cy="18288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2552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SQL Injection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27648" y="3602736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SQLAlchemy ORM parameterises all queries by construction · No raw text() calls in production routes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TESTING &amp; ERROR HANDLING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44 tests · 0 warnings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481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</a:rPr>
              <a:t>44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6B"/>
                </a:solidFill>
              </a:rPr>
              <a:t>Total tests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40864" y="138988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481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16C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32304" y="2194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6B"/>
                </a:solidFill>
              </a:rPr>
              <a:t>Warnings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38988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1481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440E"/>
                </a:solidFill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6B"/>
                </a:solidFill>
              </a:rPr>
              <a:t>Suite passing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2834640"/>
            <a:ext cx="8394192" cy="3017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834640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9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Happy-path CRUD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2889504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All create, read, update, delete operations on every resource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3182112"/>
            <a:ext cx="83941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182112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369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401 Rejections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8608" y="3236976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Unauthenticated requests to protected endpoints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3529584"/>
            <a:ext cx="8394192" cy="3017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529584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403 Forbidden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78608" y="3584448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READER role attempting write operations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3877056"/>
            <a:ext cx="83941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877056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9319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404 Not Found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78608" y="3931920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Non-existent resource IDs on all routes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4224528"/>
            <a:ext cx="8394192" cy="30175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4224528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279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422 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78608" y="4279392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Type mismatches, out-of-range coordinates, missing required fields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4572000"/>
            <a:ext cx="83941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572000"/>
            <a:ext cx="164592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6268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Analytics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78608" y="4626864"/>
            <a:ext cx="5980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All 11 analytical endpoints including composite risk 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B"/>
                </a:solidFill>
              </a:rPr>
              <a:t>Tools: pytest-asyncio · httpx · isolated climate_test_db · session-scoped auth fixtures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VERSION CONTROL &amp;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GitHub + Railway production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353312" cy="6583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Dev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uvicorn --reload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00200" y="14813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09928" y="1371600"/>
            <a:ext cx="13533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9928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 Commit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Descriptive messages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81528" y="14813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91256" y="1371600"/>
            <a:ext cx="1353312" cy="6583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91256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Push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91256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Public repo + history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62856" y="14813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72584" y="1371600"/>
            <a:ext cx="1353312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Railway CI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72584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Auto-deploy triggered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44184" y="14813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3912" y="1371600"/>
            <a:ext cx="1353312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53912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Migrations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53912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alembic upgrade head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25512" y="14813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35240" y="1371600"/>
            <a:ext cx="1353312" cy="65836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14264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Live API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1700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CC"/>
                </a:solidFill>
              </a:rPr>
              <a:t>railway.app endpoint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23957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Version Control Practices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" y="27980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916C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D3A3A"/>
                </a:solidFill>
              </a:rPr>
              <a:t>Consistent commit messages describing the change, not the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916C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D3A3A"/>
                </a:solidFill>
              </a:rPr>
              <a:t>Feature-level commits — each commit represents one coherent change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916C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D3A3A"/>
                </a:solidFill>
              </a:rPr>
              <a:t>Environment variables in .env, excluded via .gitignore — no secrets in history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3950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916C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D3A3A"/>
                </a:solidFill>
              </a:rPr>
              <a:t>README.md with full setup instructions, links to docs and live deployment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4334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916C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D3A3A"/>
                </a:solidFill>
              </a:rPr>
              <a:t>API documentation PDF committed to /docs for examiner access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2331720"/>
            <a:ext cx="400507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331720"/>
            <a:ext cx="4005072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35915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Railway Deployment Config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10912" y="26700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6B"/>
                </a:solidFill>
              </a:rPr>
              <a:t>Platform: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81344" y="26700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Railway (managed PostgreSQL 18)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30723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6B"/>
                </a:solidFill>
              </a:rPr>
              <a:t>Trigger: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81344" y="30723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Auto-deploy on GitHub push to main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10912" y="34747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6B"/>
                </a:solidFill>
              </a:rPr>
              <a:t>Pre-deploy: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81344" y="3474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alembic upgrade head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38770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6B"/>
                </a:solidFill>
              </a:rPr>
              <a:t>Environment: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81344" y="38770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All secrets via Railway env vars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10912" y="4279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B6B"/>
                </a:solidFill>
              </a:rPr>
              <a:t>Live URL: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81344" y="4279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web-production-20ec6.up.railway.app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API DOCUMENTATION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Three documentation layers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278892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278892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Swagger UI  /docs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Auto-generated from Pydantic schemas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Every endpoint: parameters, request body, response schema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Interactive — live testing with JWT authorisation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All analytics endpoints have typed response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Error codes: 400, 401, 403, 404, 422 documented per endpoint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36976" y="1389888"/>
            <a:ext cx="278892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389888"/>
            <a:ext cx="27889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426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ReDoc  /redoc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8105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Clean read-only reference documentation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2677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Full schema definitions for all 20+ Pydantic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7249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Create / Update / Response triad visible for all entities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31821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Authentication flow explained with token usage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36393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Accessible at the live Railway deployment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389888"/>
            <a:ext cx="278892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389888"/>
            <a:ext cx="278892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426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PDF 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18105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Full Swagger UI exported with all sections expanded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45936" y="22677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Committed to /docs in GitHub repository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45936" y="27249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Referenced in README.md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5936" y="31821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Includes example request bodies and response payloads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36393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– </a:t>
            </a:r>
            <a:pPr indent="0" marL="0">
              <a:buNone/>
            </a:pPr>
            <a:r>
              <a:rPr lang="en-US" sz="1000" dirty="0">
                <a:solidFill>
                  <a:srgbClr val="6B7B6B"/>
                </a:solidFill>
              </a:rPr>
              <a:t>Covers all 40+ endpoints — auth, CRUD,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GENERATIVE AI DECLARATION &amp; 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Methodologically integrated, not incidental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20624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420624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Session 1: Primary Development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Architecture planning — six-model schema, endpoint taxonomy, layered service pattern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Debugging — diagnosed timezone-naive/aware datetime conflict and SQLAlchemy relationship errors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Boilerplate acceleration — CRUD routers, Pydantic schemas, test fixtures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Documentation — analytics response schemas, report proofreading, LaTeX formatting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6B"/>
                </a:solidFill>
              </a:rPr>
              <a:t>Tool: Claude (Anthropic) · claude.ai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18304" y="1389888"/>
            <a:ext cx="420624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389888"/>
            <a:ext cx="4206240" cy="34747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42646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Session 2: Adversarial Examination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2896" y="182880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Prompted Claude to berate the API like an examiner who personally hated it — surfaced blind spots no supportive session would find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82896" y="246888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Identified: missing analytics schemas, absent UserUpdate, inconsistent pagination, undocumented error responses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2896" y="310896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Security red-team: brute-force, JWT exposure, SQL injection — all subsequently mitigated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82896" y="3749040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Account lockout gap identified in this session; documented as current limitation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2896" y="457200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6B"/>
                </a:solidFill>
              </a:rPr>
              <a:t>Novel use: AI as adversarial reviewer, not just assistant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4773168"/>
            <a:ext cx="8412480" cy="237744"/>
          </a:xfrm>
          <a:prstGeom prst="rect">
            <a:avLst/>
          </a:prstGeom>
          <a:solidFill>
            <a:srgbClr val="F0EBD8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91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GenAI Usage Band Target: 80–89 (Excellent) — high level use of GenAI to aid creative thinking and solution exploration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7B6B"/>
          </a:solidFill>
          <a:ln w="12700">
            <a:solidFill>
              <a:srgbClr val="6B7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0916C"/>
                </a:solidFill>
              </a:rPr>
              <a:t>CHALLENGES, LIMITATIONS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Honest reflection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6B"/>
                </a:solidFill>
              </a:rPr>
              <a:t>Climate Threat &amp; Resistance Tracker API  ·  COMP3011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Technical Challenges Overcome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536192"/>
            <a:ext cx="4206240" cy="71323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Timezone-aware datetimes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datetime.utcnow() vs datetime.now(timezone.utc) — SQLAlchemy onupdate callback timing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340864"/>
            <a:ext cx="4206240" cy="71323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Schema migration debt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Base.metadata.create_all() used early; Alembic retrofitted — taught: adopt migration tooling at inception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3145536"/>
            <a:ext cx="4206240" cy="713232"/>
          </a:xfrm>
          <a:prstGeom prst="rect">
            <a:avLst/>
          </a:prstGeom>
          <a:solidFill>
            <a:srgbClr val="EEF4F0"/>
          </a:solidFill>
          <a:ln w="508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Async relationship loading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6B"/>
                </a:solidFill>
              </a:rPr>
              <a:t>ThreatCompany resolution failure at startup — diagnosed with selectinload strategy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1704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51790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No token refresh mechanism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6537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Inconsistent pagination across list endpoints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No account lockout (rate-limited but not locked)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Static geographic risk table (hardcoded countries)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907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0E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No Event model — temporal dimension absent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916C"/>
                </a:solidFill>
              </a:rPr>
              <a:t>Future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MCP server exposure — LLM agents query the API directly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0050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External dataset ingestion (Global Forest Watch, Carbon Tracker)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35254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Event model + timeline endpoint for temporal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7000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2D3A3A"/>
                </a:solidFill>
              </a:rPr>
              <a:t>WebSocket subscriptions for real-time threat updates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4C69D"/>
                </a:solidFill>
              </a:rPr>
              <a:t>DELIVERABLES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658368"/>
            <a:ext cx="8229600" cy="585216"/>
          </a:xfrm>
          <a:prstGeom prst="rect">
            <a:avLst/>
          </a:prstGeom>
          <a:solidFill>
            <a:srgbClr val="1B4332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713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</a:rPr>
              <a:t>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713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95097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Public · commit history · README.md · API docs PDF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335024"/>
            <a:ext cx="8229600" cy="585216"/>
          </a:xfrm>
          <a:prstGeom prst="rect">
            <a:avLst/>
          </a:prstGeom>
          <a:solidFill>
            <a:srgbClr val="1B4332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389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</a:rPr>
              <a:t>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627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web-production-20ec6.up.railway.app · /docs · /redoc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011680"/>
            <a:ext cx="8229600" cy="585216"/>
          </a:xfrm>
          <a:prstGeom prst="rect">
            <a:avLst/>
          </a:prstGeom>
          <a:solidFill>
            <a:srgbClr val="1B4332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" y="2066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</a:rPr>
              <a:t>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" y="2066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30428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Swagger PDF committed to /docs · all 40+ endpoints expanded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688336"/>
            <a:ext cx="8229600" cy="585216"/>
          </a:xfrm>
          <a:prstGeom prst="rect">
            <a:avLst/>
          </a:prstGeom>
          <a:solidFill>
            <a:srgbClr val="1B4332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</a:rPr>
              <a:t>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264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298094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5-page PDF · stack justification · GenAI declaration · appendix logs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364992"/>
            <a:ext cx="8229600" cy="585216"/>
          </a:xfrm>
          <a:prstGeom prst="rect">
            <a:avLst/>
          </a:prstGeom>
          <a:solidFill>
            <a:srgbClr val="1B4332"/>
          </a:solidFill>
          <a:ln w="63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" y="34198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</a:rPr>
              <a:t>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9264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Presentation Slides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36576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FAA"/>
                </a:solidFill>
              </a:rPr>
              <a:t>This deck · architecture diagrams · live demo ready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916C"/>
                </a:solidFill>
              </a:rPr>
              <a:t>Climate Threat &amp; Resistance Tracker API  ·  COMP3011  ·  v1.0.0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Threat &amp; Resistance Tracker API</dc:title>
  <dc:subject>PptxGenJS Presentation</dc:subject>
  <dc:creator>COMP3011</dc:creator>
  <cp:lastModifiedBy>COMP3011</cp:lastModifiedBy>
  <cp:revision>1</cp:revision>
  <dcterms:created xsi:type="dcterms:W3CDTF">2026-03-20T21:50:07Z</dcterms:created>
  <dcterms:modified xsi:type="dcterms:W3CDTF">2026-03-20T21:50:07Z</dcterms:modified>
</cp:coreProperties>
</file>